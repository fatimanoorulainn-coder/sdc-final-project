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46" r:id="rId1"/>
  </p:sldMasterIdLst>
  <p:sldIdLst>
    <p:sldId id="257" r:id="rId2"/>
    <p:sldId id="259" r:id="rId3"/>
    <p:sldId id="260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5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lambda/" TargetMode="External"/><Relationship Id="rId2" Type="http://schemas.openxmlformats.org/officeDocument/2006/relationships/hyperlink" Target="https://docs.aws.amazon.com/s3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eveloper.mozilla.org/" TargetMode="External"/><Relationship Id="rId4" Type="http://schemas.openxmlformats.org/officeDocument/2006/relationships/hyperlink" Target="https://docs.aws.amazon.com/apigateway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 smtClean="0"/>
              <a:t>EVENT TICKETING SYSTEM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FATIMA KHALID –BSSE23104</a:t>
            </a: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FATIMA NOORULAIN-BSSE23003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77" y="286604"/>
            <a:ext cx="10882303" cy="1315954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Project Proposal, Executive Summary &amp; Problem Definition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353" y="735291"/>
            <a:ext cx="10750327" cy="5133801"/>
          </a:xfrm>
        </p:spPr>
        <p:txBody>
          <a:bodyPr>
            <a:normAutofit/>
          </a:bodyPr>
          <a:lstStyle/>
          <a:p>
            <a:r>
              <a:rPr lang="en-US" sz="3600" b="1" dirty="0"/>
              <a:t>Executive </a:t>
            </a:r>
            <a:r>
              <a:rPr lang="en-US" sz="3600" b="1" dirty="0" smtClean="0"/>
              <a:t>Summary:-</a:t>
            </a:r>
          </a:p>
          <a:p>
            <a:r>
              <a:rPr lang="en-US" sz="2400" dirty="0"/>
              <a:t>The Event Ticketing System is a cloud-based web application designed to provide a secure, scalable, and efficient platform for online event ticket booking. Traditional ticketing systems often fail during high traffic, lack real-time updates, and suffer from security and scalability issues. This project uses </a:t>
            </a:r>
            <a:r>
              <a:rPr lang="en-US" sz="2400" b="1" dirty="0"/>
              <a:t>Amazon Web Services (AWS)</a:t>
            </a:r>
            <a:r>
              <a:rPr lang="en-US" sz="2400" dirty="0"/>
              <a:t> to build a </a:t>
            </a:r>
            <a:r>
              <a:rPr lang="en-US" sz="2400" dirty="0" err="1"/>
              <a:t>serverless</a:t>
            </a:r>
            <a:r>
              <a:rPr lang="en-US" sz="2400" dirty="0"/>
              <a:t> solution where the frontend is hosted on </a:t>
            </a:r>
            <a:r>
              <a:rPr lang="en-US" sz="2400" b="1" dirty="0"/>
              <a:t>Amazon S3</a:t>
            </a:r>
            <a:r>
              <a:rPr lang="en-US" sz="2400" dirty="0"/>
              <a:t>, backend logic is handled by </a:t>
            </a:r>
            <a:r>
              <a:rPr lang="en-US" sz="2400" b="1" dirty="0"/>
              <a:t>AWS Lambda</a:t>
            </a:r>
            <a:r>
              <a:rPr lang="en-US" sz="2400" dirty="0"/>
              <a:t>, and APIs are managed through </a:t>
            </a:r>
            <a:r>
              <a:rPr lang="en-US" sz="2400" b="1" dirty="0"/>
              <a:t>Amazon API Gateway</a:t>
            </a:r>
            <a:r>
              <a:rPr lang="en-US" sz="2400" dirty="0"/>
              <a:t>. The system ensures high availability, real-time ticket management, and cost-efficient deployment suitable for real-world event scenarios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8470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155680" cy="820131"/>
          </a:xfrm>
        </p:spPr>
        <p:txBody>
          <a:bodyPr/>
          <a:lstStyle/>
          <a:p>
            <a:r>
              <a:rPr lang="en-US" b="1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462" y="904973"/>
            <a:ext cx="10571218" cy="4964119"/>
          </a:xfrm>
        </p:spPr>
        <p:txBody>
          <a:bodyPr/>
          <a:lstStyle/>
          <a:p>
            <a:r>
              <a:rPr lang="en-US" sz="2000" dirty="0"/>
              <a:t>With the increasing number of online events, there is a growing need for reliable and scalable ticketing systems. Many existing platforms rely on traditional server-based architectures that cannot efficiently handle traffic spikes. Cloud computing offers on-demand scalability, security, and reliability. This project implements an Event Ticketing System using AWS </a:t>
            </a:r>
            <a:r>
              <a:rPr lang="en-US" sz="2000" dirty="0" err="1"/>
              <a:t>serverless</a:t>
            </a:r>
            <a:r>
              <a:rPr lang="en-US" sz="2000" dirty="0"/>
              <a:t> services to provide a modern, efficient, and highly available solution for event management.</a:t>
            </a:r>
          </a:p>
          <a:p>
            <a:r>
              <a:rPr lang="en-US" sz="3200" b="1" dirty="0"/>
              <a:t>Problem Statement</a:t>
            </a:r>
          </a:p>
          <a:p>
            <a:r>
              <a:rPr lang="en-US" dirty="0"/>
              <a:t>Existing event ticketing systems often experience slow performance, downtime during peak usage, and security vulnerabilities. These issues lead to poor user experience and revenue loss for event organizers. There is a need for a cloud-based ticketing system that can handle high traffic, provide real-time ticket availability, and ensure secure access. This project addresses these challenges using AWS cloud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48122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7902" y="772999"/>
            <a:ext cx="12160577" cy="3642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Aim &amp; Objectives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design and implement a scalable and secure Event Ticketing System using AWS cloud services.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 a static frontend hosted on Amazon S3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 backend processing using AWS Lambda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 API communication with Amazon API Gateway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 scalability, availability, and security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Demonstrate practical use of AWS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serverless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036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806" y="2266232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 AWS ARCHITECTURE DESIGN, IMPLEMENTATION STEPS &amp;amp; SCREENSHOTS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32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443059" y="235670"/>
            <a:ext cx="10473179" cy="553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0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433633" y="414779"/>
            <a:ext cx="10784264" cy="521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62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452487" y="84842"/>
            <a:ext cx="10821971" cy="618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425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593888" y="141403"/>
            <a:ext cx="11067068" cy="586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84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584462" y="169683"/>
            <a:ext cx="10812544" cy="580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6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565608" y="386500"/>
            <a:ext cx="11019934" cy="551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8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433633" y="320511"/>
            <a:ext cx="11246177" cy="580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65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92231" y="-1"/>
            <a:ext cx="11899769" cy="629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61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509047" y="103695"/>
            <a:ext cx="10548593" cy="621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19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603315" y="386499"/>
            <a:ext cx="10680570" cy="611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931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630" y="1706252"/>
            <a:ext cx="796564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References</a:t>
            </a:r>
          </a:p>
          <a:p>
            <a:pPr>
              <a:buFont typeface="+mj-lt"/>
              <a:buAutoNum type="arabicPeriod"/>
            </a:pPr>
            <a:r>
              <a:rPr lang="en-US" dirty="0"/>
              <a:t>Amazon Web Services. (2024). </a:t>
            </a:r>
            <a:r>
              <a:rPr lang="en-US" i="1" dirty="0"/>
              <a:t>Amazon S3 User Guide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>
                <a:hlinkClick r:id="rId2"/>
              </a:rPr>
              <a:t>https://docs.aws.amazon.com/s3/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Amazon Web Services. (2024). </a:t>
            </a:r>
            <a:r>
              <a:rPr lang="en-US" i="1" dirty="0"/>
              <a:t>AWS Lambda Developer Guide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>
                <a:hlinkClick r:id="rId3"/>
              </a:rPr>
              <a:t>https://docs.aws.amazon.com/lambda/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Amazon Web Services. (2024). </a:t>
            </a:r>
            <a:r>
              <a:rPr lang="en-US" i="1" dirty="0"/>
              <a:t>Amazon API Gateway Developer Guide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>
                <a:hlinkClick r:id="rId4"/>
              </a:rPr>
              <a:t>https://docs.aws.amazon.com/apigateway/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Fielding, R. T. (2000). Architectural styles and the design of network-based software architectures. </a:t>
            </a:r>
            <a:r>
              <a:rPr lang="en-US" i="1" dirty="0"/>
              <a:t>Doctoral dissertation</a:t>
            </a:r>
            <a:r>
              <a:rPr lang="en-US" dirty="0"/>
              <a:t>, University of California.</a:t>
            </a:r>
          </a:p>
          <a:p>
            <a:pPr>
              <a:buFont typeface="+mj-lt"/>
              <a:buAutoNum type="arabicPeriod"/>
            </a:pPr>
            <a:r>
              <a:rPr lang="en-US" dirty="0"/>
              <a:t>Mozilla Developer Network. (2024). </a:t>
            </a:r>
            <a:r>
              <a:rPr lang="en-US" i="1" dirty="0"/>
              <a:t>JavaScript Documentation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>
                <a:hlinkClick r:id="rId5"/>
              </a:rPr>
              <a:t>https://developer.mozilla.org/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71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7-33-1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3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942" y="273377"/>
            <a:ext cx="3905343" cy="604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18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5678" y="0"/>
            <a:ext cx="10476322" cy="3469064"/>
          </a:xfrm>
        </p:spPr>
        <p:txBody>
          <a:bodyPr anchor="ctr">
            <a:normAutofit/>
          </a:bodyPr>
          <a:lstStyle/>
          <a:p>
            <a:r>
              <a:rPr lang="en-US" b="1" dirty="0" smtClean="0"/>
              <a:t>                                                                                    THANK YOU!</a:t>
            </a:r>
            <a:endParaRPr lang="en-US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BYY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 monochrome</Template>
  <TotalTime>0</TotalTime>
  <Words>440</Words>
  <Application>Microsoft Office PowerPoint</Application>
  <PresentationFormat>Widescreen</PresentationFormat>
  <Paragraphs>27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Bookman Old Style</vt:lpstr>
      <vt:lpstr>Calibri</vt:lpstr>
      <vt:lpstr>Franklin Gothic Book</vt:lpstr>
      <vt:lpstr>Symbol</vt:lpstr>
      <vt:lpstr>Times New Roman</vt:lpstr>
      <vt:lpstr>1_RetrospectVTI</vt:lpstr>
      <vt:lpstr>EVENT TICKETING SYSTEM</vt:lpstr>
      <vt:lpstr>Project Proposal, Executive Summary &amp; Problem Definition  </vt:lpstr>
      <vt:lpstr>Introduction</vt:lpstr>
      <vt:lpstr>PowerPoint Presentation</vt:lpstr>
      <vt:lpstr>2. AWS ARCHITECTURE DESIGN, IMPLEMENTATION STEPS &amp;amp; SCREENSHOTS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            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2026-01-01T16:41:37Z</dcterms:created>
  <dcterms:modified xsi:type="dcterms:W3CDTF">2026-01-01T17:15:24Z</dcterms:modified>
</cp:coreProperties>
</file>